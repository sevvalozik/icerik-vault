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2860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Deneyimi Stratejisi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şeffaflık ile modern zarafeti buluşturan bir e-ticaret deneyimi — rakip analizi ve tasarım yol haritası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502920"/>
            <a:ext cx="2194560" cy="2194560"/>
          </a:xfrm>
          <a:prstGeom prst="ellipse">
            <a:avLst/>
          </a:prstGeom>
          <a:ln w="12700">
            <a:solidFill>
              <a:srgbClr val="B87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1005840"/>
            <a:ext cx="1188720" cy="1188720"/>
          </a:xfrm>
          <a:prstGeom prst="ellipse">
            <a:avLst/>
          </a:prstGeom>
          <a:ln w="9525">
            <a:solidFill>
              <a:srgbClr val="B87D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İncelenen ilham/rakip markalar:  The Purest Solutions   ·   Cosmed   ·   Estée Lauder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Şevval Özik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GİRİŞ &amp; STRATEJİK VİZYON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Nefin'in Konumlandırması: Klinik Şeffaflık + Modern Estetik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rakip/ilham marka ekran görüntüleri — TPS, Cosmed, Estée Lauder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hız/kampanya, Cosmed bilim/güven, Estée Lauder premium yaşam tarzı — Nefin bu üçünün kesişiminde.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şeffaflık + modern, ulaşılabilir clean-girl estetiği.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sayfada bir "kanıt" (INCI/uzman notu) + bir "duygu" (editoryal fotoğraf) unsuru yan yana.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&amp; HERO DENEYİMİ  ·  TPS İLHAMI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Alanı: Netlik Önce Estetik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The Purest Solutions — hero banner, fiyat + kampanya vurgusu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hero'ları fiyat + kampanyayı tek bakışta veriyor, doğrudan aksiyona yönlendiriyor.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güçlü ürün görseli + net fayda cümlesi; sakin, editoryal bir hero.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büyük CTA ("Keşfet"); kampanya şeridi hero'nun ALTINDA, ayrı ve modüler.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KİŞİSELLEŞTİRME  ·  TPS İLHAMI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 Ürüne Giden Kısa Yol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skin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The Purest Solutions — "Cilt Tipini Seç" ve AI destekli cilt analizi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"Cilt Tipini Seç" + AI cilt analizi, kullanıcıyı 2 adımda doğru ürüne yönlendiriyor.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"Cilt Profili" modülü — cilt tipi + endişeye göre mini rutin önerisi.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en fazla 3 adım; sonuç ekranı doğrudan "Sepete Ekle" ile bitsin.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SAYFASI (PDP) MİMARİSİ  ·  COSMED İLHAMI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Şeffaflık Satar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pd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Cosmed — Faydalar / Kullanım Şekli / İçindekiler akordeon yapısı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Cosmed PDP'leri Faydalar / Kullanım / İçindekiler akordeonuyla şeffaflık sunuyor.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akordeon yapısı; INCI listesi ve etken madde yüzdeleri açıkça gösterilsin.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ekranda yalnızca "Faydalar" açık; INCI teknik bir tipografiyle güven versin.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SATIŞ (CROSS-SELL)  ·  COSMED İLHAMI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Rutin Kurgusu: Sepeti Büyüten Mimari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rout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Cosmed — "Arındırma → Serum → Nemlendirme → Koruma" 4 adımlı rejim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Cosmed 4 adımlı rejimi görselleştirip çapraz satışı doğal bir akışa çeviriyor.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PDP'de "Bu Rutinin Parçası" + tek tıkla tüm rutini sepete ekle.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ikonları numaralı; sahip olunan adımlar yeşil tikle işaretlensin.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&amp; STORYTELLING  ·  COSMED &amp; TPS İLHAMI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Kurucu Sesi ve Uzman İçerik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foun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Cosmed — "1984 yılında başlayan bir kimya yolculuğu..." kurucu mektubu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mektubu güven kuruyor; sorun-çözüm blog içeriği SEO ve güven inşa ediyor.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bir "Hikayemiz" bölümü + düzenli blog takvimi (leke, nem, altın/kolajen bilimi).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mektubu ana sayfada scroll ile ulaşılan kısa bir bölüm olsun.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LIFESTYLE &amp; GIFT-WITH-PURCHASE  ·  ESTÉE LAUDER İLHAMI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His: Set ve Hediye Kurguları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74920" cy="4709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5" name="Image 0" descr="/home/claude/nefin-pptx/assets/shot_gi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18488"/>
            <a:ext cx="4672584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56235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Estée Lauder — seyahat çantalı hediye/set kurgusu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138988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 &amp; Çıkarım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801368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Estée Lauder lifestyle görselleri ve set kurgularıyla ürünü değil yaşam tarzını satıyor.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9923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97180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Nefin İçin İlham &amp; Aksiyon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383280"/>
            <a:ext cx="5760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"Rutin Kiti" setleri + belirli sepet tutarı üzerinde ücretsiz mini ürün (GWP).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4553712"/>
            <a:ext cx="365760" cy="365760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452628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Notu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937760"/>
            <a:ext cx="57607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Flat-lay set kompozisyonu; GWP eşiği sepette ilerleme çubuğuyla gösterilsin.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HARİTASI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MVP Öncelikleri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50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0552"/>
            <a:ext cx="309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net fiyatlandırma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ürün odaklı hero, net fayda cümlesi, okunaklı fiyat.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19272"/>
            <a:ext cx="3093720" cy="256032"/>
          </a:xfrm>
          <a:prstGeom prst="rect">
            <a:avLst/>
          </a:prstGeom>
          <a:solidFill>
            <a:srgbClr val="EFD9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319272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· Faz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50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6760" y="1645920"/>
            <a:ext cx="384048" cy="384048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67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6760" y="2130552"/>
            <a:ext cx="309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akordeon + INCI şeffaflığı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6060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Faydalar / Kullanım / İçindekiler akordeonu.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6760" y="3319272"/>
            <a:ext cx="3093720" cy="256032"/>
          </a:xfrm>
          <a:prstGeom prst="rect">
            <a:avLst/>
          </a:prstGeom>
          <a:solidFill>
            <a:srgbClr val="EFD9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56760" y="3319272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etki · Faz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53400" y="1417320"/>
            <a:ext cx="3550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2000" y="1645920"/>
            <a:ext cx="384048" cy="384048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2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2130552"/>
            <a:ext cx="309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 oluşturucu (cross-sell)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382000" y="260604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Rutindeki yeri göster + tek tıkla sepete ekle.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2000" y="3319272"/>
            <a:ext cx="3093720" cy="256032"/>
          </a:xfrm>
          <a:prstGeom prst="rect">
            <a:avLst/>
          </a:prstGeom>
          <a:solidFill>
            <a:srgbClr val="EFD9D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82000" y="3319272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AOV · Faz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3550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206240"/>
            <a:ext cx="384048" cy="384048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690872"/>
            <a:ext cx="309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Kişiselleştirme quiz'i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16636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Cilt tipi + endişeye göre mini rutin önerisi.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879592"/>
            <a:ext cx="3093720" cy="256032"/>
          </a:xfrm>
          <a:prstGeom prst="rect">
            <a:avLst/>
          </a:prstGeom>
          <a:solidFill>
            <a:srgbClr val="EFD9D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879592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28160" y="3977640"/>
            <a:ext cx="3550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56760" y="4206240"/>
            <a:ext cx="384048" cy="384048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567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56760" y="4690872"/>
            <a:ext cx="309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 &amp; blog altyapısı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56760" y="516636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Kuruluş hikayesi + düzenli içerik takvimi.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56760" y="5879592"/>
            <a:ext cx="3093720" cy="256032"/>
          </a:xfrm>
          <a:prstGeom prst="rect">
            <a:avLst/>
          </a:prstGeom>
          <a:solidFill>
            <a:srgbClr val="EFD9D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56760" y="5879592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· Faz 1-2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53400" y="3977640"/>
            <a:ext cx="3550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382000" y="4206240"/>
            <a:ext cx="384048" cy="384048"/>
          </a:xfrm>
          <a:prstGeom prst="ellipse">
            <a:avLst/>
          </a:prstGeom>
          <a:solidFill>
            <a:srgbClr val="B87D6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382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382000" y="4690872"/>
            <a:ext cx="309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2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/ hediye (GWP) kurgusu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5166360"/>
            <a:ext cx="309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 kitler + sepet eşiğinde mini hediye.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82000" y="5879592"/>
            <a:ext cx="3093720" cy="256032"/>
          </a:xfrm>
          <a:prstGeom prst="rect">
            <a:avLst/>
          </a:prstGeom>
          <a:solidFill>
            <a:srgbClr val="EFD9D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382000" y="5879592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2-3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D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OLASI GÖRSEL YÖN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Clean-Girl Editoryal Fotoğrafçılık — Konsept Yönü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ile üretilen erken konseptler — olası bir stil/atmosfer yönü.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092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6" name="Image 0" descr="/home/claude/nefin-pptx/assets/showcase_vit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" y="1947672"/>
            <a:ext cx="3221736" cy="3749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512" y="5760720"/>
            <a:ext cx="3221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+ C Vitamini anlatısı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28160" y="1783080"/>
            <a:ext cx="355092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9" name="Image 1" descr="/home/claude/nefin-pptx/assets/showcase_lineu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2752" y="1947672"/>
            <a:ext cx="3221736" cy="3749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92752" y="5760720"/>
            <a:ext cx="3221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ailesi vitrini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153400" y="1783080"/>
            <a:ext cx="355092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241C">
                <a:alpha val="18000"/>
              </a:srgbClr>
            </a:outerShdw>
          </a:effectLst>
        </p:spPr>
      </p:sp>
      <p:pic>
        <p:nvPicPr>
          <p:cNvPr id="12" name="Image 2" descr="/home/claude/nefin-pptx/assets/showcase_her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17992" y="1947672"/>
            <a:ext cx="3221736" cy="3749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17992" y="5760720"/>
            <a:ext cx="3221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hero konsepti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6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NEFİN COSMETICS  —  WEB DENEYİMİ STRATEJİSİ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0332720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2026-09-08T13:23:22Z</dcterms:created>
  <dcterms:modified xsi:type="dcterms:W3CDTF">2026-09-08T13:23:22Z</dcterms:modified>
</cp:coreProperties>
</file>