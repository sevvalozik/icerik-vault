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C9A44C"/>
                </a:solidFill>
                <a:latin typeface="Calibri"/>
              </a:rPr>
              <a:t>NEFİN COSMETICS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E2E2E"/>
                </a:solidFill>
                <a:latin typeface="Cambria"/>
              </a:rPr>
              <a:t>İlham &amp;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660"/>
                </a:solidFill>
                <a:latin typeface="Calibri"/>
              </a:rPr>
              <a:t>Rakip site ekran görüntüleriyle hızlı, görsel bir referans seti</a:t>
            </a:r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2103120" cy="2103120"/>
          </a:xfrm>
          <a:prstGeom prst="ellipse">
            <a:avLst/>
          </a:prstGeom>
          <a:noFill/>
          <a:ln w="12700">
            <a:solidFill>
              <a:srgbClr val="C9A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04120" y="960120"/>
            <a:ext cx="1097280" cy="1097280"/>
          </a:xfrm>
          <a:prstGeom prst="ellipse">
            <a:avLst/>
          </a:prstGeom>
          <a:noFill/>
          <a:ln w="9525">
            <a:solidFill>
              <a:srgbClr val="C9A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44C"/>
                </a:solidFill>
                <a:latin typeface="Calibri"/>
              </a:rPr>
              <a:t>The Purest Solutions   ·   Cosmed   ·   Estée Lauder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6660"/>
                </a:solidFill>
                <a:latin typeface="Calibri"/>
              </a:rPr>
              <a:t>Hazırlayan: Şevval Özik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THE PUREST SOLUTIONS  · 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Net Fiyat, Net Mesaj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73" y="1856232"/>
            <a:ext cx="9654805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TPS kampanya fiyatını hero'da direkt gösteriyor — biz de ana görselde tek ürün ve net bir fiyat rozeti kullanalım.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THE PUREST SOLUTIONS  ·  KAMPANYA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Set Halinde Rutin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campaign_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56232"/>
            <a:ext cx="9902952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Tüm rutini tek bir kampanya görselinde topluca gösteriyorlar — sezonluk setlerimizi de böyle sunmak satışı artırabilir.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THE PUREST SOLUTIONS  ·  KİŞİSELLEŞTİRME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Cilt Tipine Göre Yönlendirme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skin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00" y="1856232"/>
            <a:ext cx="8336752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Kullanıcı iki tıkla doğru ürüne ulaşıyor — Nefin'e de basit bir "cilt tipini seç" adımı ekleyelim.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COSMED  ·  BLOG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Blog ile Uzmanlık Vitrini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blog_cos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159" y="1856232"/>
            <a:ext cx="6950634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Kart görünümünde düzenli yayınlanan blog yazıları güven ve SEO trafiği sağlıyor — benzer bir içerik grid'i ekleyelim.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COSMED  ·  ÇAPRAZ SATIŞ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Rutini Görselleştirme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936258"/>
            <a:ext cx="10030968" cy="34884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4 adımlı bakım rutini tek görselde anlatılıyor — ürünlerimiz için de böyle bir rutin şeması hazırlayalım.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THE PUREST SOLUTIONS  ·  BLOG &amp; İÇERİK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Konu Bazlı İçerik Kartları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blog_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819" y="1856232"/>
            <a:ext cx="5293314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İçerikler cilt bakımı temalarına göre gruplanmış, her biri tek görsel + kısa başlıkla sunuluyor — biz de böyle kartlayalım.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COSMED  ·  ÜRÜN SAYFASI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Akordeon ile Şeffaf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p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58" y="1856232"/>
            <a:ext cx="3915836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Faydalar, kullanım ve içindekiler ayrı sekmelerde toplanmış — ürün sayfamızda aynı düzeni kullanabiliriz.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THE PUREST SOLUTIONS  ·  KİŞİSELLEŞTİRME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AI Destekli Cilt Analizi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ski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493" y="1856232"/>
            <a:ext cx="5845965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Kullanıcı fotoğraf yükleyip anında analiz alıyor — ileride Nefin'e de bu düzeyde bir kişiselleştirme aracı ekleyebiliriz.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COSMED  ·  MARKA HİKAYESİ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Kurucu Hikayesiyle Güven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32" y="1856232"/>
            <a:ext cx="6296088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Marka geçmişini kısa bir mektupla anlatıyorlar — Nefin'in hikayesini de ana sayfada kısa bir bölümle paylaşalım.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ESTÉE LAUDER  ·  PREMIUM LIFESTYLE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Set / Hediye ile Premium 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g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586" y="1856232"/>
            <a:ext cx="3229780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Ürünleri hediye kutusunda ve seyahat çantasıyla sunuyorlar — set kampanyalarımızda benzer bir görsel dil kullanabiliriz.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LIFESTYLE İLHAM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Yaz Atmosferiyle Lifestyle Görsel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life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919436"/>
            <a:ext cx="10030968" cy="3522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Ürün, mevsimsel bir atmosferin içine yerleştirilmiş — kampanya görsellerimizde benzer bir yaşam tarzı çekimi deneyebiliriz.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THE PUREST SOLUTIONS  ·  KAMPANYA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Sepet Kampanyasıyla Aksiyon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basket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73" y="1856232"/>
            <a:ext cx="9654805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Sepette indirim mesajı net ve tek bakışta anlaşılır — kampanya bannerlarımızda da bu netliği hedefleyelim.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GEMİNİ KONSEPTİ  ·  ÜRÜN ANLATIMI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C Vitamini Serumu Konsepti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wcase_v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43" y="1856232"/>
            <a:ext cx="6532066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Gemini ile ürettiğimiz erken bir konsept — clean-girl anlatımıyla ürünü öne çıkarıyor.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GEMİNİ KONSEPTİ  ·  ÜRÜN VİTRİNİ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Ürün Ailesi Vitrini Konsepti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wcase_lin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59" y="1856232"/>
            <a:ext cx="5821433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Bordo/kadife yerine clean-girl paletiyle yeniden tasarlanmış bir vitrin denemesi.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C9A44C"/>
                </a:solidFill>
                <a:latin typeface="Calibri"/>
              </a:rPr>
              <a:t>GEMİNİ KONSEPTİ  ·  ANA SAYFA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2E2E"/>
                </a:solidFill>
                <a:latin typeface="Cambria"/>
              </a:rPr>
              <a:t>Ana Sayfa Hero Konsepti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5430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wcas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995" y="1856232"/>
            <a:ext cx="5816962" cy="3648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989320"/>
            <a:ext cx="128016" cy="128016"/>
          </a:xfrm>
          <a:prstGeom prst="rect">
            <a:avLst/>
          </a:prstGeom>
          <a:solidFill>
            <a:srgbClr val="C9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704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E2E2E"/>
                </a:solidFill>
                <a:latin typeface="Calibri"/>
              </a:rPr>
              <a:t>Yeni web sitesi için olası bir hero/atmosfer yönü — müşteriye stil referansı olarak sunulabilir.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C9A44C"/>
                </a:solidFill>
                <a:latin typeface="Calibri"/>
              </a:rPr>
              <a:t>NEFİN COSMETICS  —  İLHAM &amp;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66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