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jp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3.jpg"/><Relationship Id="rId11" Type="http://schemas.microsoft.com/office/2007/relationships/media" Target="../media/media4.mp4"/><Relationship Id="rId12" Type="http://schemas.openxmlformats.org/officeDocument/2006/relationships/video" Target="../media/media4.mp4"/><Relationship Id="rId1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6EFE4"/>
                </a:solidFill>
                <a:latin typeface="Didot"/>
              </a:rPr>
              <a:t>8 Reels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777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D9B36C"/>
                </a:solidFill>
                <a:latin typeface="Jost"/>
              </a:rPr>
              <a:t>4 HAZIR · 4 SIRADA</a:t>
            </a:r>
          </a:p>
        </p:txBody>
      </p:sp>
      <p:pic>
        <p:nvPicPr>
          <p:cNvPr id="4" name="gol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" y="1600200"/>
            <a:ext cx="1874519" cy="3332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005832"/>
            <a:ext cx="2148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6EFE4"/>
                </a:solidFill>
                <a:latin typeface="Jost"/>
              </a:rPr>
              <a:t>5. gün  Tonik</a:t>
            </a:r>
          </a:p>
        </p:txBody>
      </p:sp>
      <p:pic>
        <p:nvPicPr>
          <p:cNvPr id="6" name="cc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017520" y="1600200"/>
            <a:ext cx="1874519" cy="33324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17520" y="5005832"/>
            <a:ext cx="2148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6EFE4"/>
                </a:solidFill>
                <a:latin typeface="Jost"/>
              </a:rPr>
              <a:t>10. gün  CC Krem</a:t>
            </a:r>
          </a:p>
        </p:txBody>
      </p:sp>
      <p:pic>
        <p:nvPicPr>
          <p:cNvPr id="8" name="vitc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212080" y="1600200"/>
            <a:ext cx="1874519" cy="33324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5005832"/>
            <a:ext cx="2148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6EFE4"/>
                </a:solidFill>
                <a:latin typeface="Jost"/>
              </a:rPr>
              <a:t>19. gün  Vitamin C+ Serum</a:t>
            </a:r>
          </a:p>
        </p:txBody>
      </p:sp>
      <p:pic>
        <p:nvPicPr>
          <p:cNvPr id="10" name="ret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406640" y="1600200"/>
            <a:ext cx="1874519" cy="33324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5005832"/>
            <a:ext cx="2148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6EFE4"/>
                </a:solidFill>
                <a:latin typeface="Jost"/>
              </a:rPr>
              <a:t>24. gün  Retinol Supreme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B36C"/>
                </a:solidFill>
                <a:latin typeface="Jost"/>
              </a:rPr>
              <a:t>SIRADA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ADBC8"/>
                </a:solidFill>
                <a:latin typeface="Jost"/>
              </a:rPr>
              <a:t>1 · Marka tanışma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ADBC8"/>
                </a:solidFill>
                <a:latin typeface="Jost"/>
              </a:rPr>
              <a:t>14 · Akne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ADBC8"/>
                </a:solidFill>
                <a:latin typeface="Jost"/>
              </a:rPr>
              <a:t>28 · Temizleme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ADBC8"/>
                </a:solidFill>
                <a:latin typeface="Jost"/>
              </a:rPr>
              <a:t>30 · Ay sonu rutin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ol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" y="365760"/>
            <a:ext cx="3446145" cy="6126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064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B36C"/>
                </a:solidFill>
                <a:latin typeface="Jost"/>
              </a:rPr>
              <a:t>5. GÜN · REELS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260604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6EFE4"/>
                </a:solidFill>
                <a:latin typeface="Didot"/>
              </a:rPr>
              <a:t>Tonik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38862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ADBC8"/>
                </a:solidFill>
                <a:latin typeface="Didot"/>
              </a:rPr>
              <a:t>“Tonik sadece ferahlatmak için değil.”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" y="365760"/>
            <a:ext cx="3446145" cy="6126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064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B36C"/>
                </a:solidFill>
                <a:latin typeface="Jost"/>
              </a:rPr>
              <a:t>10. GÜN · REELS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260604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6EFE4"/>
                </a:solidFill>
                <a:latin typeface="Didot"/>
              </a:rPr>
              <a:t>CC Krem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38862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ADBC8"/>
                </a:solidFill>
                <a:latin typeface="Didot"/>
              </a:rPr>
              <a:t>“Kapatıcılık mı, bakım mı? İkisi bir arada.”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it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" y="365760"/>
            <a:ext cx="3446145" cy="6126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064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B36C"/>
                </a:solidFill>
                <a:latin typeface="Jost"/>
              </a:rPr>
              <a:t>19. GÜN · REELS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260604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6EFE4"/>
                </a:solidFill>
                <a:latin typeface="Didot"/>
              </a:rPr>
              <a:t>Vitamin C+ Serum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38862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ADBC8"/>
                </a:solidFill>
                <a:latin typeface="Didot"/>
              </a:rPr>
              <a:t>“Işıltı istiyorsanız rutininizde bu adımı atlamayın.”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8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" y="365760"/>
            <a:ext cx="3446145" cy="6126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2064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B36C"/>
                </a:solidFill>
                <a:latin typeface="Jost"/>
              </a:rPr>
              <a:t>24. GÜN · REELS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260604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6EFE4"/>
                </a:solidFill>
                <a:latin typeface="Didot"/>
              </a:rPr>
              <a:t>Retinol Supreme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38862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ADBC8"/>
                </a:solidFill>
                <a:latin typeface="Didot"/>
              </a:rPr>
              <a:t>“Daha pürüzsüz görünüm için gece bakımının güçlü adımı.”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